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97580"/>
            <a:ext cx="1463040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131820"/>
            <a:ext cx="274320" cy="2743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· КРИПТОНИТ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Криптонит.Тембр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Распознавание диктора по голосу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устойчивое к шумам и искажениям канала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3840480" cy="457200"/>
          </a:xfrm>
          <a:prstGeom prst="rect">
            <a:avLst/>
          </a:prstGeom>
          <a:solidFill>
            <a:srgbClr val="141A44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57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· ECAPA-TDNN · FAISS · QE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 Precision@10 по скрытым speaker_id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84048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ЗАДАЧА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нужно сделать и как это измеряется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 каждой тестовой FLAC-записи построить ранжированный список из 10 ближайших соседей из того же тестового набора.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реальные: шумы, реверберация, far-field, канальные искажения.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554480"/>
            <a:ext cx="292608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2057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10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66928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соседей того же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диктора в топ-10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test_public/*.flac + test_public.csv   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 (Filepath, Neighbours)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Криптонит.Тембр · Speaker Retrieval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84048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Наблюдения по данным → решения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606040" cy="1234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kHz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частота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дискретизации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06040" cy="1234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463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2103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частей train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(train_part_1…10)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463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режима длительности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 · 5–12  · ≥ 12 сек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 → принятое решение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Длительности сильно разнятся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нарезка 1 / 2 вью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Стерео и многоканальные файлы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Усреднение по каналам → моно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Шум, реверберация, far-field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977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Сильный предобученный ECAPA + multi-view TTA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Test-спикеры не пересекаются с train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343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по эмбеддингам, не классификация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Криптонит.Тембр · Speaker Retrieval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84048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BASELINE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Отправная точка и её ограничения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84048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73152" cy="3063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Сильные стороны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0116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SOTA-энкодер ECAPA-TDNN (SpeechBrain, VoxCeleb, Apache-2.0)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Корректный формат submission.csv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Воспроизводимая структура пайплайна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через L2-норму + FAISS IndexFlatIP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63040"/>
            <a:ext cx="73152" cy="3063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Слабые места → гипотезы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эмбеддинг на файл → высокая дисперсия на шумных записях</a:t>
            </a:r>
            <a:endParaRPr lang="en-US" sz="105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Multi-view TTA (окна 3/5/8 сек)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One-pass поиск зависит от «удачного» окна</a:t>
            </a:r>
            <a:endParaRPr lang="en-US" sz="105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Average Query Expansion по top-5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ECAPA не адаптирован к домену соревнования</a:t>
            </a:r>
            <a:endParaRPr lang="en-US" sz="105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Голова-классификатор как sanity-check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Криптонит.Тембр · Speaker Retrieval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84048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ПАЙПЛАЙН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Общая схема решения «под ключ»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4813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Аудио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FLAC 16 kHz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mono-conv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2002536" y="2167128"/>
            <a:ext cx="146304" cy="146304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7128" y="1645920"/>
            <a:ext cx="14813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7128" y="1783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67128" y="21945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5 · 8 сек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666744" y="2167128"/>
            <a:ext cx="146304" cy="146304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31336" y="1645920"/>
            <a:ext cx="14813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1336" y="1783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ECAPA-TDNN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31336" y="21945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192-d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330952" y="2167128"/>
            <a:ext cx="146304" cy="146304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95544" y="1645920"/>
            <a:ext cx="14813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5544" y="1783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+ L2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95544" y="21945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агрегация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вью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5400000">
            <a:off x="6995160" y="2167128"/>
            <a:ext cx="146304" cy="146304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9752" y="1645920"/>
            <a:ext cx="14813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1783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FAISS IP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59752" y="21945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соседей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017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пост-обработка ранжирования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429000"/>
            <a:ext cx="1920240" cy="10058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429000"/>
            <a:ext cx="54864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QE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867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top-5, α = 0.7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q' = q + 0.5·mean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06040" y="3429000"/>
            <a:ext cx="1920240" cy="10058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06040" y="3429000"/>
            <a:ext cx="54864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2-й FAISS-поиск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0" y="3867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расширенному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запросу q'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429000"/>
            <a:ext cx="1920240" cy="10058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429000"/>
            <a:ext cx="54864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top-10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867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original + QE,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дублей и self-match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12280" y="3429000"/>
            <a:ext cx="1920240" cy="10058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3429000"/>
            <a:ext cx="54864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submission.csv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49440" y="3867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Filepath, Neighbours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UTF-8, ровно 10 индексов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Криптонит.Тембр · Speaker Retrieval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84048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ИНЖЕНЕРНЫЕ РЕШЕНИЯ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именно делает пайплайн устойчивым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63347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002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ECAPA-VoxCeleb (SpeechBrain)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920240"/>
            <a:ext cx="231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Предобученный энкодер, Apache-2.0. VoxBlink2 не используется. Базовое качество ранжирования — его вклад.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9856" y="1463040"/>
            <a:ext cx="263347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9856" y="146304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6002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Multi-view TTA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21024" y="1920240"/>
            <a:ext cx="231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окна (3/5/8 сек) → L2-норма → среднее → L2-норма. Снижает дисперсию на far-field и шумных записях.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9632" y="1463040"/>
            <a:ext cx="263347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46304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002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FAISS IndexFlatIP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920240"/>
            <a:ext cx="231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по нормированным векторам = cosine similarity. Exact-поиск без потерь качества.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163824"/>
            <a:ext cx="263347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63824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30098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Query Expansion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621024"/>
            <a:ext cx="231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соседей с весами max(sim,0)^0.7. q' = q + 0.5·mean → повторный поиск по локальному манифолду.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19856" y="3163824"/>
            <a:ext cx="263347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19856" y="3163824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21024" y="330098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двух списков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21024" y="3621024"/>
            <a:ext cx="231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top-10 = original ∪ QE, без дублей и self-match. Устойчивее, чем любая из ветвей отдельно.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99632" y="3163824"/>
            <a:ext cx="263347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9632" y="3163824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30098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 + batched inference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3621024"/>
            <a:ext cx="231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autocast, pin_memory, persistent_workers, padding по батчу. Влияет на критерий «Скорость работы».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Криптонит.Тембр · Speaker Retrieval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84048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ЭКСПЕРИМЕНТЫ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Гипотеза → эффект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Эксперимент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Гипотеза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Эффект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Multi-view TTA 3/5/8 сек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усреднение по окнам снизит дисперсию эмбеддинга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Precision@10 vs one-view; стабильно при повторных запусках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Query Expansion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расширение запроса по top-5 соседей поднимет recall в шумах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Precision@10; ветка QE даёт соседей, дополняющих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original + QE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объединение двух списков устойчивее, чем каждый отдельно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Стабильный прирост относительно любой из ветвей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Адаптивная нарезка 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вью в зависимости от длительности → лучшие эмбеддинги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Голова-классификатор: val-accuracy &gt; 0.9 — энкодер разделяет спикеров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Лёгкие аугментации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шум p=0.08 и gain p=0.06 на вью → устойчивость к одиночному артефакту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заметного падения качества, seed=42 воспроизводимо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Криптонит.Тембр · Speaker Retrieval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84048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ОГРАНИЧЕНИЯ И ПЛАН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ещё есть запас по качеству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остаётся проблемным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короткие записи (&lt; 3 сек) — multi-view вырождается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Экстремальные канальные искажения (сильные кодеки)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говорящих в одной записи (нет диаризации)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ECAPA обучен без доменной адаптации под соревнование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 улучшений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ECAPA с AAM-Softmax / ArcFace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RIR / MUSAN / кодек-аугментации на train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AS-Norm (score normalization) по когортам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ECAPA + CAM++ / ResNet-TDNN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(Silero/WebRTC) перед нарезкой окон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0" cy="2834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Криптонит.Тембр · Speaker Retrieval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54780"/>
            <a:ext cx="9144000" cy="1188720"/>
          </a:xfrm>
          <a:prstGeom prst="rect">
            <a:avLst/>
          </a:prstGeom>
          <a:solidFill>
            <a:srgbClr val="141A44"/>
          </a:solidFill>
          <a:ln w="12700">
            <a:solidFill>
              <a:srgbClr val="141A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дало основной вклад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Сильный энкодер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ECAPA-VoxCeleb — база, на которой держится retrieval.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Multi-view TTA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окна 3/5/8 сек → стабильный эмбеддинг под шумом.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QE + Merge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списка соседей → устойчивое ранжирование топ-10.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291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Спасибо. Готовы к вопросам.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Криптонит.Тембр · Speaker Retrieval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Криптонит.Тембр — Speaker Retrieval</dc:title>
  <dc:subject>PptxGenJS Presentation</dc:subject>
  <dc:creator>Team</dc:creator>
  <cp:lastModifiedBy>Team</cp:lastModifiedBy>
  <cp:revision>1</cp:revision>
  <dcterms:created xsi:type="dcterms:W3CDTF">2026-04-19T21:16:53Z</dcterms:created>
  <dcterms:modified xsi:type="dcterms:W3CDTF">2026-04-19T21:16:53Z</dcterms:modified>
</cp:coreProperties>
</file>